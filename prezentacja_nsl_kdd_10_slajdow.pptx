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77" y="20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8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5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5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5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1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2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91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3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0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6410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02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7160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24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47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42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4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NSL-KDD: </a:t>
            </a:r>
            <a:r>
              <a:rPr dirty="0" err="1"/>
              <a:t>Detekcja</a:t>
            </a:r>
            <a:r>
              <a:rPr dirty="0"/>
              <a:t> </a:t>
            </a:r>
            <a:r>
              <a:rPr dirty="0" err="1"/>
              <a:t>Wlaman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Autor: Raszka Adrian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Wykry</a:t>
            </a:r>
            <a:r>
              <a:rPr lang="pl-PL" dirty="0"/>
              <a:t>ć</a:t>
            </a:r>
            <a:r>
              <a:rPr dirty="0"/>
              <a:t> </a:t>
            </a:r>
            <a:r>
              <a:rPr dirty="0" err="1"/>
              <a:t>atak</a:t>
            </a:r>
            <a:r>
              <a:rPr dirty="0"/>
              <a:t> vs </a:t>
            </a:r>
            <a:r>
              <a:rPr dirty="0" err="1"/>
              <a:t>ruch</a:t>
            </a:r>
            <a:r>
              <a:rPr dirty="0"/>
              <a:t> </a:t>
            </a:r>
            <a:r>
              <a:rPr dirty="0" err="1"/>
              <a:t>normalny</a:t>
            </a:r>
            <a:endParaRPr dirty="0"/>
          </a:p>
          <a:p>
            <a:pPr>
              <a:defRPr sz="2000"/>
            </a:pPr>
            <a:r>
              <a:rPr dirty="0" err="1"/>
              <a:t>Klasyfikacja</a:t>
            </a:r>
            <a:r>
              <a:rPr dirty="0"/>
              <a:t> </a:t>
            </a:r>
            <a:r>
              <a:rPr dirty="0" err="1"/>
              <a:t>binarna</a:t>
            </a:r>
            <a:r>
              <a:rPr dirty="0"/>
              <a:t>: 0/1</a:t>
            </a:r>
            <a:r>
              <a:rPr lang="pl-PL" dirty="0"/>
              <a:t> na </a:t>
            </a:r>
            <a:r>
              <a:rPr lang="pl-PL" dirty="0" err="1"/>
              <a:t>podstwawie</a:t>
            </a:r>
            <a:r>
              <a:rPr lang="pl-PL" dirty="0"/>
              <a:t> danych z czujników</a:t>
            </a: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Zbi</a:t>
            </a:r>
            <a:r>
              <a:rPr lang="pl-PL" dirty="0"/>
              <a:t>ó</a:t>
            </a:r>
            <a:r>
              <a:rPr dirty="0"/>
              <a:t>r: NSL-KDD</a:t>
            </a:r>
          </a:p>
          <a:p>
            <a:pPr>
              <a:defRPr sz="2000"/>
            </a:pPr>
            <a:r>
              <a:rPr dirty="0" err="1"/>
              <a:t>Pliki</a:t>
            </a:r>
            <a:r>
              <a:rPr dirty="0"/>
              <a:t>: </a:t>
            </a:r>
            <a:r>
              <a:rPr dirty="0" err="1"/>
              <a:t>KDDTrain</a:t>
            </a:r>
            <a:r>
              <a:rPr dirty="0"/>
              <a:t>+, </a:t>
            </a:r>
            <a:r>
              <a:rPr dirty="0" err="1"/>
              <a:t>KDDTest</a:t>
            </a:r>
            <a:r>
              <a:rPr dirty="0"/>
              <a:t>+</a:t>
            </a:r>
          </a:p>
          <a:p>
            <a:pPr>
              <a:defRPr sz="2000"/>
            </a:pPr>
            <a:r>
              <a:rPr lang="pl-PL" sz="2000" dirty="0"/>
              <a:t>Zbiór treningowy pełny: 125973 rekordów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Mapowanie etykiet: normal=0, attack=1</a:t>
            </a:r>
          </a:p>
          <a:p>
            <a:pPr>
              <a:defRPr sz="2000"/>
            </a:pPr>
            <a:r>
              <a:t>One-Hot Encoding dla cech kategorycznych</a:t>
            </a:r>
          </a:p>
          <a:p>
            <a:pPr>
              <a:defRPr sz="2000"/>
            </a:pPr>
            <a:r>
              <a:t>Standaryzacja przez StandardScaler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XGBoost</a:t>
            </a:r>
          </a:p>
          <a:p>
            <a:pPr>
              <a:defRPr sz="2000"/>
            </a:pPr>
            <a:r>
              <a:t>Random Forest</a:t>
            </a:r>
          </a:p>
          <a:p>
            <a:pPr>
              <a:defRPr sz="2000"/>
            </a:pPr>
            <a:r>
              <a:t>Logistic Regression (baseline)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Por</a:t>
            </a:r>
            <a:r>
              <a:rPr lang="pl-PL" dirty="0"/>
              <a:t>ó</a:t>
            </a:r>
            <a:r>
              <a:rPr dirty="0" err="1"/>
              <a:t>wnanie</a:t>
            </a:r>
            <a:r>
              <a:rPr dirty="0"/>
              <a:t> </a:t>
            </a:r>
            <a:r>
              <a:rPr dirty="0" err="1"/>
              <a:t>modeli</a:t>
            </a:r>
            <a:r>
              <a:rPr dirty="0"/>
              <a:t> (</a:t>
            </a:r>
            <a:r>
              <a:rPr lang="pl-PL" dirty="0"/>
              <a:t>Dokładność</a:t>
            </a:r>
            <a:r>
              <a:rPr dirty="0"/>
              <a:t>)</a:t>
            </a:r>
          </a:p>
        </p:txBody>
      </p:sp>
      <p:pic>
        <p:nvPicPr>
          <p:cNvPr id="3" name="Picture 2" descr="wykre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8643103" cy="36474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932861"/>
            <a:ext cx="43316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 err="1"/>
              <a:t>Wniosek</a:t>
            </a:r>
            <a:r>
              <a:rPr dirty="0"/>
              <a:t>: </a:t>
            </a:r>
            <a:r>
              <a:rPr lang="pl-PL" dirty="0"/>
              <a:t>N</a:t>
            </a:r>
            <a:r>
              <a:rPr dirty="0" err="1"/>
              <a:t>ajwy</a:t>
            </a:r>
            <a:r>
              <a:rPr lang="pl-PL" dirty="0"/>
              <a:t>ż</a:t>
            </a:r>
            <a:r>
              <a:rPr dirty="0" err="1"/>
              <a:t>sza</a:t>
            </a:r>
            <a:r>
              <a:rPr dirty="0"/>
              <a:t> </a:t>
            </a:r>
            <a:r>
              <a:rPr lang="pl-PL" dirty="0"/>
              <a:t>dokładność</a:t>
            </a:r>
            <a:r>
              <a:rPr dirty="0"/>
              <a:t> </a:t>
            </a:r>
            <a:r>
              <a:rPr dirty="0" err="1"/>
              <a:t>dla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 Jak </a:t>
            </a:r>
            <a:r>
              <a:rPr dirty="0" err="1"/>
              <a:t>modele</a:t>
            </a:r>
            <a:r>
              <a:rPr dirty="0"/>
              <a:t> </a:t>
            </a:r>
            <a:r>
              <a:rPr dirty="0" err="1"/>
              <a:t>si</a:t>
            </a:r>
            <a:r>
              <a:rPr lang="pl-PL" dirty="0"/>
              <a:t>ę</a:t>
            </a:r>
            <a:r>
              <a:rPr dirty="0"/>
              <a:t> </a:t>
            </a:r>
            <a:r>
              <a:rPr dirty="0" err="1"/>
              <a:t>uczy</a:t>
            </a:r>
            <a:r>
              <a:rPr lang="pl-PL" dirty="0"/>
              <a:t>ł</a:t>
            </a:r>
            <a:r>
              <a:rPr dirty="0"/>
              <a:t>y</a:t>
            </a:r>
          </a:p>
        </p:txBody>
      </p:sp>
      <p:pic>
        <p:nvPicPr>
          <p:cNvPr id="3" name="Picture 2" descr="wykre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9031521" cy="2697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7334" y="3977235"/>
            <a:ext cx="48125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 err="1"/>
              <a:t>Krzywe</a:t>
            </a:r>
            <a:r>
              <a:rPr dirty="0"/>
              <a:t> </a:t>
            </a:r>
            <a:r>
              <a:rPr dirty="0" err="1"/>
              <a:t>uczenia</a:t>
            </a:r>
            <a:r>
              <a:rPr dirty="0"/>
              <a:t>: </a:t>
            </a:r>
            <a:r>
              <a:rPr dirty="0" err="1"/>
              <a:t>por</a:t>
            </a:r>
            <a:r>
              <a:rPr lang="pl-PL" dirty="0"/>
              <a:t>ó</a:t>
            </a:r>
            <a:r>
              <a:rPr dirty="0" err="1"/>
              <a:t>wnanie</a:t>
            </a:r>
            <a:r>
              <a:rPr dirty="0"/>
              <a:t> </a:t>
            </a:r>
            <a:r>
              <a:rPr lang="pl-PL" dirty="0"/>
              <a:t>trening</a:t>
            </a:r>
            <a:r>
              <a:rPr dirty="0"/>
              <a:t> vs </a:t>
            </a:r>
            <a:r>
              <a:rPr lang="pl-PL" dirty="0"/>
              <a:t>walidacja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Kluczowe metryki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T</a:t>
            </a:r>
            <a:r>
              <a:rPr lang="pl-PL" dirty="0" err="1"/>
              <a:t>rue</a:t>
            </a:r>
            <a:r>
              <a:rPr lang="pl-PL" dirty="0"/>
              <a:t> </a:t>
            </a:r>
            <a:r>
              <a:rPr lang="pl-PL" dirty="0" err="1"/>
              <a:t>Negative</a:t>
            </a:r>
            <a:r>
              <a:rPr dirty="0"/>
              <a:t>: 9440 | F</a:t>
            </a:r>
            <a:r>
              <a:rPr lang="pl-PL" dirty="0" err="1"/>
              <a:t>alse</a:t>
            </a:r>
            <a:r>
              <a:rPr lang="pl-PL" dirty="0"/>
              <a:t> </a:t>
            </a:r>
            <a:r>
              <a:rPr dirty="0"/>
              <a:t>P</a:t>
            </a:r>
            <a:r>
              <a:rPr lang="pl-PL" dirty="0" err="1"/>
              <a:t>ositive</a:t>
            </a:r>
            <a:r>
              <a:rPr dirty="0"/>
              <a:t>: 271</a:t>
            </a:r>
          </a:p>
          <a:p>
            <a:pPr>
              <a:defRPr sz="2000"/>
            </a:pPr>
            <a:r>
              <a:rPr dirty="0"/>
              <a:t>F</a:t>
            </a:r>
            <a:r>
              <a:rPr lang="pl-PL" dirty="0" err="1"/>
              <a:t>alse</a:t>
            </a:r>
            <a:r>
              <a:rPr lang="pl-PL" dirty="0"/>
              <a:t> </a:t>
            </a:r>
            <a:r>
              <a:rPr dirty="0"/>
              <a:t>N</a:t>
            </a:r>
            <a:r>
              <a:rPr lang="pl-PL" dirty="0" err="1"/>
              <a:t>egative</a:t>
            </a:r>
            <a:r>
              <a:rPr dirty="0"/>
              <a:t>: 4154 | T</a:t>
            </a:r>
            <a:r>
              <a:rPr lang="pl-PL" dirty="0" err="1"/>
              <a:t>rue</a:t>
            </a:r>
            <a:r>
              <a:rPr lang="pl-PL" dirty="0"/>
              <a:t> </a:t>
            </a:r>
            <a:r>
              <a:rPr dirty="0"/>
              <a:t>P</a:t>
            </a:r>
            <a:r>
              <a:rPr lang="pl-PL" dirty="0" err="1"/>
              <a:t>ositive</a:t>
            </a:r>
            <a:r>
              <a:rPr dirty="0"/>
              <a:t>: 8679</a:t>
            </a:r>
          </a:p>
          <a:p>
            <a:pPr>
              <a:defRPr sz="2000"/>
            </a:pPr>
            <a:r>
              <a:rPr dirty="0" err="1"/>
              <a:t>Priorytet</a:t>
            </a:r>
            <a:r>
              <a:rPr dirty="0"/>
              <a:t>: </a:t>
            </a:r>
            <a:r>
              <a:rPr dirty="0" err="1"/>
              <a:t>obni</a:t>
            </a:r>
            <a:r>
              <a:rPr lang="pl-PL" dirty="0"/>
              <a:t>ż</a:t>
            </a:r>
            <a:r>
              <a:rPr dirty="0"/>
              <a:t>y</a:t>
            </a:r>
            <a:r>
              <a:rPr lang="pl-PL" dirty="0"/>
              <a:t>ć</a:t>
            </a:r>
            <a:r>
              <a:rPr dirty="0"/>
              <a:t> F</a:t>
            </a:r>
            <a:r>
              <a:rPr lang="pl-PL" dirty="0" err="1"/>
              <a:t>alse</a:t>
            </a:r>
            <a:r>
              <a:rPr lang="pl-PL" dirty="0"/>
              <a:t> </a:t>
            </a:r>
            <a:r>
              <a:rPr lang="pl-PL" dirty="0" err="1"/>
              <a:t>negative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Krotkie wnioski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Najlepszy model: </a:t>
            </a:r>
            <a:r>
              <a:rPr dirty="0" err="1"/>
              <a:t>XGBoost</a:t>
            </a:r>
            <a:endParaRPr dirty="0"/>
          </a:p>
          <a:p>
            <a:pPr>
              <a:defRPr sz="2000"/>
            </a:pPr>
            <a:r>
              <a:rPr dirty="0"/>
              <a:t>RF: </a:t>
            </a:r>
            <a:r>
              <a:rPr dirty="0" err="1"/>
              <a:t>dobry</a:t>
            </a:r>
            <a:r>
              <a:rPr dirty="0"/>
              <a:t> </a:t>
            </a:r>
            <a:r>
              <a:rPr dirty="0" err="1"/>
              <a:t>kompromis</a:t>
            </a:r>
            <a:endParaRPr dirty="0"/>
          </a:p>
          <a:p>
            <a:pPr>
              <a:defRPr sz="2000"/>
            </a:pPr>
            <a:r>
              <a:rPr dirty="0"/>
              <a:t>LR: </a:t>
            </a:r>
            <a:r>
              <a:rPr dirty="0" err="1"/>
              <a:t>szybki</a:t>
            </a:r>
            <a:r>
              <a:rPr dirty="0"/>
              <a:t>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Podsumowanie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Projekt </a:t>
            </a:r>
            <a:r>
              <a:rPr dirty="0" err="1"/>
              <a:t>dzia</a:t>
            </a:r>
            <a:r>
              <a:rPr lang="pl-PL" dirty="0"/>
              <a:t>ł</a:t>
            </a:r>
            <a:r>
              <a:rPr dirty="0"/>
              <a:t>a </a:t>
            </a:r>
            <a:r>
              <a:rPr lang="pl-PL" dirty="0"/>
              <a:t>z dość dobrą dokładnością.</a:t>
            </a:r>
            <a:endParaRPr dirty="0"/>
          </a:p>
          <a:p>
            <a:pPr>
              <a:defRPr sz="2000"/>
            </a:pPr>
            <a:r>
              <a:rPr lang="pl-PL" dirty="0"/>
              <a:t>Wykonano </a:t>
            </a:r>
            <a:r>
              <a:rPr lang="pl-PL" dirty="0" err="1"/>
              <a:t>prównanie</a:t>
            </a:r>
            <a:r>
              <a:rPr lang="pl-PL" dirty="0"/>
              <a:t> 3 modeli, gdzie </a:t>
            </a:r>
            <a:r>
              <a:rPr lang="pl-PL" dirty="0" err="1"/>
              <a:t>Xboost</a:t>
            </a:r>
            <a:r>
              <a:rPr lang="pl-PL" dirty="0"/>
              <a:t> okazał się najlepszy.</a:t>
            </a:r>
            <a:endParaRPr dirty="0"/>
          </a:p>
          <a:p>
            <a:pPr>
              <a:defRPr sz="2000"/>
            </a:pPr>
            <a:r>
              <a:rPr lang="pl-PL" dirty="0"/>
              <a:t>Można spróbować dostrajać </a:t>
            </a:r>
            <a:r>
              <a:rPr lang="pl-PL" dirty="0" err="1"/>
              <a:t>hiperparametry</a:t>
            </a:r>
            <a:r>
              <a:rPr lang="pl-PL" dirty="0"/>
              <a:t>, aby dokładność wyszła jeszcze lepsza.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205</Words>
  <Application>Microsoft Office PowerPoint</Application>
  <PresentationFormat>Panoramiczny</PresentationFormat>
  <Paragraphs>33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Faseta</vt:lpstr>
      <vt:lpstr>NSL-KDD: Detekcja Wlaman</vt:lpstr>
      <vt:lpstr>1. Cel projektu</vt:lpstr>
      <vt:lpstr>2. Dane</vt:lpstr>
      <vt:lpstr>3. Preprocessing</vt:lpstr>
      <vt:lpstr>4. Modele</vt:lpstr>
      <vt:lpstr>5. Porównanie modeli (Dokładność)</vt:lpstr>
      <vt:lpstr>6. Jak modele się uczyły</vt:lpstr>
      <vt:lpstr>7. Kluczowe metryki</vt:lpstr>
      <vt:lpstr>8. Krotkie wnioski</vt:lpstr>
      <vt:lpstr>10. Podsumowanie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Raszka Adrian</cp:lastModifiedBy>
  <cp:revision>2</cp:revision>
  <dcterms:created xsi:type="dcterms:W3CDTF">2013-01-27T09:14:16Z</dcterms:created>
  <dcterms:modified xsi:type="dcterms:W3CDTF">2026-04-28T18:26:07Z</dcterms:modified>
  <cp:category/>
</cp:coreProperties>
</file>